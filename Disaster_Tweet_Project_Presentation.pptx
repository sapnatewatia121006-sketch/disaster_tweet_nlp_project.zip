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DISASTER TWEET INTELLIGENCE DASHBOARD</a:t>
            </a:r>
          </a:p>
          <a:p>
            <a:pPr>
              <a:spcBef>
                <a:spcPts val="1500"/>
              </a:spcBef>
              <a:defRPr sz="2200">
                <a:solidFill>
                  <a:srgbClr val="0D6EFD"/>
                </a:solidFill>
              </a:defRPr>
            </a:pPr>
            <a:r>
              <a:t>Real-Time Crisis Text Classification Using NLP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Project Abstract &amp; Core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6EFD"/>
                </a:solidFill>
              </a:defRPr>
            </a:pPr>
            <a:r>
              <a:t>• Objective:</a:t>
            </a:r>
          </a:p>
          <a:p>
            <a:pPr>
              <a:spcAft>
                <a:spcPts val="2000"/>
              </a:spcAft>
              <a:defRPr sz="1800"/>
            </a:pPr>
            <a:r>
              <a:t>Develop a high-precision Natural Language Processing (NLP) framework capable of instantly categorizing streaming micro-texts into verified crisis alerts or casual remarks.</a:t>
            </a:r>
          </a:p>
          <a:p>
            <a:pPr>
              <a:defRPr sz="2000" b="1">
                <a:solidFill>
                  <a:srgbClr val="0D6EFD"/>
                </a:solidFill>
              </a:defRPr>
            </a:pPr>
            <a:r>
              <a:t>• Key Core Targets:</a:t>
            </a:r>
          </a:p>
          <a:p>
            <a:pPr>
              <a:spcAft>
                <a:spcPts val="800"/>
              </a:spcAft>
              <a:defRPr sz="1800"/>
            </a:pPr>
            <a:r>
              <a:t>  - Eliminate structural metadata noise (URLs, symbols, digits) from unstructured text feeds.</a:t>
            </a:r>
          </a:p>
          <a:p>
            <a:pPr>
              <a:spcAft>
                <a:spcPts val="800"/>
              </a:spcAft>
              <a:defRPr sz="1800"/>
            </a:pPr>
            <a:r>
              <a:t>  - Map semantic feature weight patterns using an optimized TF-IDF matrix architecture.</a:t>
            </a:r>
          </a:p>
          <a:p>
            <a:pPr>
              <a:spcAft>
                <a:spcPts val="800"/>
              </a:spcAft>
              <a:defRPr sz="1800"/>
            </a:pPr>
            <a:r>
              <a:t>  - Deliver a live, responsive production web dashboard providing zero-latency predictions for user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The Problem &amp; Emergency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B2C2C"/>
                </a:solidFill>
              </a:defRPr>
            </a:pPr>
            <a:r>
              <a:t>The Operational Bottleneck:</a:t>
            </a:r>
          </a:p>
          <a:p>
            <a:pPr>
              <a:spcAft>
                <a:spcPts val="1500"/>
              </a:spcAft>
              <a:defRPr sz="1600"/>
            </a:pPr>
            <a:r>
              <a:t>During active environmental or safety emergencies, emergency control centers rely directly on live social media feeds for immediate geographical insights.</a:t>
            </a:r>
          </a:p>
          <a:p>
            <a:pPr>
              <a:defRPr sz="1800" b="1">
                <a:solidFill>
                  <a:srgbClr val="9B2C2C"/>
                </a:solidFill>
              </a:defRPr>
            </a:pPr>
            <a:r>
              <a:t>The Linguistic Challenge:</a:t>
            </a:r>
          </a:p>
          <a:p>
            <a:pPr>
              <a:spcAft>
                <a:spcPts val="1500"/>
              </a:spcAft>
              <a:defRPr sz="1600"/>
            </a:pPr>
            <a:r>
              <a:t>Casual conversations frequently utilize intense, metaphorical descriptors (e.g., 'My schedule is a total disaster' vs. 'A major wildfire breaks out across county routes') causing systemic lookup errors.</a:t>
            </a:r>
          </a:p>
          <a:p>
            <a:pPr>
              <a:defRPr sz="1800" b="1">
                <a:solidFill>
                  <a:srgbClr val="0D6EFD"/>
                </a:solidFill>
              </a:defRPr>
            </a:pPr>
            <a:r>
              <a:t>The Practical Solution:</a:t>
            </a:r>
          </a:p>
          <a:p>
            <a:pPr>
              <a:spcAft>
                <a:spcPts val="1500"/>
              </a:spcAft>
              <a:defRPr sz="1600"/>
            </a:pPr>
            <a:r>
              <a:t>This project provides an automated computational text classification pipeline that handles unstructured strings and filters outcomes into binary channels: 1 (Crisis Emergency) or 0 (Standard Context).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Decoupled System Architecture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3748"/>
                </a:solidFill>
              </a:defRPr>
            </a:pPr>
            <a:r>
              <a:t>1. The Model Development Engine (train.py):</a:t>
            </a:r>
          </a:p>
          <a:p>
            <a:pPr>
              <a:spcAft>
                <a:spcPts val="1500"/>
              </a:spcAft>
              <a:defRPr sz="1600"/>
            </a:pPr>
            <a:r>
              <a:t>Acts as the background compilation pipeline. It handles text data ingestion, runs regular expression operations, transforms matrices, fits the classifier parameters, and outputs analytics metrics.</a:t>
            </a:r>
          </a:p>
          <a:p>
            <a:pPr>
              <a:defRPr sz="1800" b="1">
                <a:solidFill>
                  <a:srgbClr val="2D3748"/>
                </a:solidFill>
              </a:defRPr>
            </a:pPr>
            <a:r>
              <a:t>2. Asset Object Serialization (Pickle Protocol):</a:t>
            </a:r>
          </a:p>
          <a:p>
            <a:pPr>
              <a:spcAft>
                <a:spcPts val="1500"/>
              </a:spcAft>
              <a:defRPr sz="1600"/>
            </a:pPr>
            <a:r>
              <a:t>Compiles live computational parameters into persistent storage files ('disaster_model.pkl' and 'tfidf_vectorizer.pkl') to bypass workspace environment caching faults completely.</a:t>
            </a:r>
          </a:p>
          <a:p>
            <a:pPr>
              <a:defRPr sz="1800" b="1">
                <a:solidFill>
                  <a:srgbClr val="2D3748"/>
                </a:solidFill>
              </a:defRPr>
            </a:pPr>
            <a:r>
              <a:t>3. The Production Application Layer (app.py):</a:t>
            </a:r>
          </a:p>
          <a:p>
            <a:pPr>
              <a:spcAft>
                <a:spcPts val="1500"/>
              </a:spcAft>
              <a:defRPr sz="1600"/>
            </a:pPr>
            <a:r>
              <a:t>Implements a dedicated Flask microservices framework that un-pickles the pre-trained artifacts, serving as the live gateway for incoming interface inquiries.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Data Pre-Processing &amp; Text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/>
            </a:pPr>
            <a:r>
              <a:t>Raw social media strings are inherently chaotic. The system introduces a strict text cleaning methodology implemented via regular expressions (re module):</a:t>
            </a:r>
          </a:p>
          <a:p>
            <a:pPr>
              <a:spcAft>
                <a:spcPts val="1000"/>
              </a:spcAft>
              <a:defRPr sz="1600" b="0">
                <a:solidFill>
                  <a:srgbClr val="0D6EFD"/>
                </a:solidFill>
              </a:defRPr>
            </a:pPr>
            <a:r>
              <a:t>• Lowercase Normalization: Forces uniform lowercase characters across the string to prevent matching fragmentation.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D6EFD"/>
                </a:solidFill>
              </a:defRPr>
            </a:pPr>
            <a:r>
              <a:t>• Hypermedia URL Erasure: Strips explicit HTTP/HTTPS web links using patterns like r'https?://\S+|www\.\S+' to eliminate non-semantic indices.</a:t>
            </a:r>
          </a:p>
          <a:p>
            <a:pPr>
              <a:spcAft>
                <a:spcPts val="1000"/>
              </a:spcAft>
              <a:defRPr sz="1600" b="0">
                <a:solidFill>
                  <a:srgbClr val="0D6EFD"/>
                </a:solidFill>
              </a:defRPr>
            </a:pPr>
            <a:r>
              <a:t>• Non-Alphabetical Stripping: Purges punctuation characters, numeric digits, and special characters using r'[^a-zA-Z\s#]' while retaining hash symbols for contextual integrity.</a:t>
            </a:r>
          </a:p>
          <a:p>
            <a:pPr>
              <a:spcAft>
                <a:spcPts val="1000"/>
              </a:spcAft>
              <a:defRPr sz="1600" b="0">
                <a:solidFill>
                  <a:srgbClr val="0D6EFD"/>
                </a:solidFill>
              </a:defRPr>
            </a:pPr>
            <a:r>
              <a:t>• Whitespace Compaction: Trims leading/trailing spacing gaps and resolves duplicate whitespaces into unified single breaks.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Feature Engineering via Optimized TF-IDF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/>
            </a:pPr>
            <a:r>
              <a:t>Mathematical Feature Mapping Strategy:</a:t>
            </a:r>
          </a:p>
          <a:p>
            <a:pPr>
              <a:spcAft>
                <a:spcPts val="1400"/>
              </a:spcAft>
              <a:defRPr sz="1700" b="0"/>
            </a:pPr>
            <a:r>
              <a:t>  - TF-IDF Implementation: Converts clean vocabulary strings into numerical weights by computing how unique a term is within an individual record relative to the entire dataset corpus.</a:t>
            </a:r>
          </a:p>
          <a:p>
            <a:pPr>
              <a:spcAft>
                <a:spcPts val="1400"/>
              </a:spcAft>
              <a:defRPr sz="1700" b="0"/>
            </a:pPr>
            <a:r>
              <a:t>  - Stop-Word Exclusion Filter: Configures built-in English exclusion matrices to strip low-value terms (e.g., 'and', 'the', 'is') protecting model parameter calculations from tracking noise.</a:t>
            </a:r>
          </a:p>
          <a:p>
            <a:pPr>
              <a:spcAft>
                <a:spcPts val="1400"/>
              </a:spcAft>
              <a:defRPr sz="1700" b="0"/>
            </a:pPr>
            <a:r>
              <a:t>  - Max Feature Constraints: Bounds feature dimensionality strictly to the top 5,000 values. This reduces matrix sparsity problems, prevents system over-fitting, and maintains light memory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Model Selection: Logistic Regression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Why Logistic Regression was chosen over heavier deep-learning frameworks:</a:t>
            </a:r>
          </a:p>
          <a:p>
            <a:pPr>
              <a:spcAft>
                <a:spcPts val="1200"/>
              </a:spcAft>
              <a:defRPr sz="1600" b="0">
                <a:solidFill>
                  <a:srgbClr val="0D6EFD"/>
                </a:solidFill>
              </a:defRPr>
            </a:pPr>
            <a:r>
              <a:t>• Mathematical Linearity: Highly robust for sparse, high-dimensional matrices generated by text vectorization tasks.</a:t>
            </a:r>
          </a:p>
          <a:p>
            <a:pPr>
              <a:spcAft>
                <a:spcPts val="1200"/>
              </a:spcAft>
              <a:defRPr sz="1600" b="0">
                <a:solidFill>
                  <a:srgbClr val="0D6EFD"/>
                </a:solidFill>
              </a:defRPr>
            </a:pPr>
            <a:r>
              <a:t>• Sub-Millisecond Inference Speed: Guarantees near-instant classification feedback loop within the web deployment layout, matching real-time operational expectations.</a:t>
            </a:r>
          </a:p>
          <a:p>
            <a:pPr>
              <a:spcAft>
                <a:spcPts val="1200"/>
              </a:spcAft>
              <a:defRPr sz="1600" b="0">
                <a:solidFill>
                  <a:srgbClr val="0D6EFD"/>
                </a:solidFill>
              </a:defRPr>
            </a:pPr>
            <a:r>
              <a:t>• Low Memory Footprint: Avoids massive parameter weights or hardware dependencies, allowing the web service application to run cleanly on regular workstations.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Interactive Web Dashboard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Asynchronous JSON Layering (Fetch API):</a:t>
            </a:r>
          </a:p>
          <a:p>
            <a:pPr>
              <a:spcAft>
                <a:spcPts val="1200"/>
              </a:spcAft>
              <a:defRPr sz="1600"/>
            </a:pPr>
            <a:r>
              <a:t>Leverages client-side vanilla JavaScript promises to post queries silently to the server endpoint. It returns classification models output instantly, avoiding standard full-page browser refreshes.</a:t>
            </a:r>
          </a:p>
          <a:p>
            <a:pPr>
              <a:defRPr sz="1700" b="1"/>
            </a:pPr>
            <a:r>
              <a:t>Responsive Visual Design Engine:</a:t>
            </a:r>
          </a:p>
          <a:p>
            <a:pPr>
              <a:spcAft>
                <a:spcPts val="1200"/>
              </a:spcAft>
              <a:defRPr sz="1600"/>
            </a:pPr>
            <a:r>
              <a:t>Utilizes Bootstrap 5 grid utilities to structure an accessible, scannable user layout panel built for multi-screen monitoring dashboards.</a:t>
            </a:r>
          </a:p>
          <a:p>
            <a:pPr>
              <a:defRPr sz="1700" b="1"/>
            </a:pPr>
            <a:r>
              <a:t>Conditional Response Elements:</a:t>
            </a:r>
          </a:p>
          <a:p>
            <a:pPr>
              <a:spcAft>
                <a:spcPts val="1200"/>
              </a:spcAft>
              <a:defRPr sz="1600"/>
            </a:pPr>
            <a:r>
              <a:t>Triggers bright, color-coded visual indicator alerts dynamically depending on engine outputs (Red Alert indicators for emergency confirmations vs. Green tags for safe contexts).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Conclusion &amp; Future Engineering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 b="0">
                <a:solidFill>
                  <a:srgbClr val="0D6EFD"/>
                </a:solidFill>
              </a:defRPr>
            </a:pPr>
            <a:r>
              <a:t>✔ Operational Success: Successfully established a fully integrated, low-latency machine learning web application pipeline for real-time text category evaluation.</a:t>
            </a:r>
          </a:p>
          <a:p>
            <a:pPr>
              <a:spcAft>
                <a:spcPts val="1500"/>
              </a:spcAft>
              <a:defRPr sz="1700" b="0">
                <a:solidFill>
                  <a:srgbClr val="0D6EFD"/>
                </a:solidFill>
              </a:defRPr>
            </a:pPr>
            <a:r>
              <a:t>✔ Live Data Feeds Integration: Future expansions can hook the Flask server core directly into active social media platform APIs to create streaming dashboard updates.</a:t>
            </a:r>
          </a:p>
          <a:p>
            <a:pPr>
              <a:spcAft>
                <a:spcPts val="1500"/>
              </a:spcAft>
              <a:defRPr sz="1700" b="0">
                <a:solidFill>
                  <a:srgbClr val="0D6EFD"/>
                </a:solidFill>
              </a:defRPr>
            </a:pPr>
            <a:r>
              <a:t>✔ Model Upgrades (Transformer Tech): The underlying classification intelligence can be scaled up by incorporating transformer-based deep learning encoders (like BERT) to capture deep contextual expressions.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69834" y="2286000"/>
            <a:ext cx="34492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THANK YOU</a:t>
            </a:r>
            <a:r>
              <a:rPr dirty="0" smtClean="0"/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789</Words>
  <Application>Microsoft Office PowerPoint</Application>
  <PresentationFormat>Custom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2026-10-20T13:54:53Z</dcterms:modified>
  <cp:category/>
</cp:coreProperties>
</file>